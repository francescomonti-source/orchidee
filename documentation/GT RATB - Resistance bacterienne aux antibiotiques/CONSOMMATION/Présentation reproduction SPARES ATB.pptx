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Modifier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A9FE-17FC-4398-96FD-AE1290BAA1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9735-0FFF-435C-97B0-ED92C6C0D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1926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A9FE-17FC-4398-96FD-AE1290BAA1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9735-0FFF-435C-97B0-ED92C6C0D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30062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A9FE-17FC-4398-96FD-AE1290BAA1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9735-0FFF-435C-97B0-ED92C6C0D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22141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A9FE-17FC-4398-96FD-AE1290BAA1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9735-0FFF-435C-97B0-ED92C6C0D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52578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A9FE-17FC-4398-96FD-AE1290BAA1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9735-0FFF-435C-97B0-ED92C6C0D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1839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A9FE-17FC-4398-96FD-AE1290BAA1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9735-0FFF-435C-97B0-ED92C6C0D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62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A9FE-17FC-4398-96FD-AE1290BAA1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9735-0FFF-435C-97B0-ED92C6C0D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8803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A9FE-17FC-4398-96FD-AE1290BAA1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9735-0FFF-435C-97B0-ED92C6C0D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850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A9FE-17FC-4398-96FD-AE1290BAA1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9735-0FFF-435C-97B0-ED92C6C0D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652934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A9FE-17FC-4398-96FD-AE1290BAA1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9735-0FFF-435C-97B0-ED92C6C0D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398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DA9FE-17FC-4398-96FD-AE1290BAA1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09735-0FFF-435C-97B0-ED92C6C0D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914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DA9FE-17FC-4398-96FD-AE1290BAA1C0}" type="datetimeFigureOut">
              <a:rPr lang="fr-FR" smtClean="0"/>
              <a:t>20/11/2025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09735-0FFF-435C-97B0-ED92C6C0D08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8078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Reproduction de la </a:t>
            </a:r>
            <a:r>
              <a:rPr lang="fr-FR" dirty="0" err="1" smtClean="0"/>
              <a:t>méthodo</a:t>
            </a:r>
            <a:r>
              <a:rPr lang="fr-FR" dirty="0" smtClean="0"/>
              <a:t> SPARES: conso ATB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370936" y="1825625"/>
            <a:ext cx="11637034" cy="4351338"/>
          </a:xfrm>
        </p:spPr>
        <p:txBody>
          <a:bodyPr>
            <a:normAutofit/>
          </a:bodyPr>
          <a:lstStyle/>
          <a:p>
            <a:r>
              <a:rPr lang="fr-FR" dirty="0" smtClean="0"/>
              <a:t>Construction d’une table de référence</a:t>
            </a:r>
          </a:p>
          <a:p>
            <a:pPr lvl="1"/>
            <a:r>
              <a:rPr lang="fr-FR" dirty="0" smtClean="0"/>
              <a:t>Listing de la pharmacie : Spécialité (+Dose unitaire) | Code ATC | </a:t>
            </a:r>
            <a:r>
              <a:rPr lang="fr-FR" dirty="0"/>
              <a:t>V</a:t>
            </a:r>
            <a:r>
              <a:rPr lang="fr-FR" dirty="0" smtClean="0"/>
              <a:t>oie d’administration</a:t>
            </a:r>
          </a:p>
          <a:p>
            <a:pPr lvl="1"/>
            <a:r>
              <a:rPr lang="fr-FR" dirty="0" smtClean="0"/>
              <a:t>Eléments SPARES: Code ATC | Voie d’administration | Dose unitaire | DDJ</a:t>
            </a:r>
            <a:endParaRPr lang="fr-FR" dirty="0" smtClean="0"/>
          </a:p>
          <a:p>
            <a:pPr lvl="1"/>
            <a:r>
              <a:rPr lang="fr-FR" dirty="0" smtClean="0"/>
              <a:t>ATC : Code ATC </a:t>
            </a:r>
            <a:r>
              <a:rPr lang="fr-FR" dirty="0"/>
              <a:t>|</a:t>
            </a:r>
            <a:r>
              <a:rPr lang="fr-FR" dirty="0" smtClean="0"/>
              <a:t> Libelle ATC + hiérarchie</a:t>
            </a:r>
          </a:p>
          <a:p>
            <a:r>
              <a:rPr lang="fr-FR" dirty="0" smtClean="0"/>
              <a:t>Traitement des données de consommation</a:t>
            </a:r>
          </a:p>
          <a:p>
            <a:pPr lvl="1"/>
            <a:r>
              <a:rPr lang="fr-FR" dirty="0" smtClean="0"/>
              <a:t>Extraction COPILOTE : </a:t>
            </a:r>
            <a:r>
              <a:rPr lang="fr-FR" dirty="0"/>
              <a:t>S</a:t>
            </a:r>
            <a:r>
              <a:rPr lang="fr-FR" dirty="0" smtClean="0"/>
              <a:t>pécialité</a:t>
            </a:r>
            <a:r>
              <a:rPr lang="fr-FR" dirty="0" smtClean="0"/>
              <a:t> </a:t>
            </a:r>
            <a:r>
              <a:rPr lang="fr-FR" dirty="0"/>
              <a:t>|</a:t>
            </a:r>
            <a:r>
              <a:rPr lang="fr-FR" dirty="0" smtClean="0"/>
              <a:t> UF | Année | NB d’unité dispensées</a:t>
            </a:r>
          </a:p>
          <a:p>
            <a:pPr lvl="1"/>
            <a:r>
              <a:rPr lang="fr-FR" dirty="0" smtClean="0"/>
              <a:t>Regroupement des quantité délivrées par : Spécialité/Voie d’administration/Dose unitaire</a:t>
            </a:r>
          </a:p>
          <a:p>
            <a:r>
              <a:rPr lang="fr-FR" dirty="0" smtClean="0"/>
              <a:t>Activité administrative</a:t>
            </a:r>
          </a:p>
          <a:p>
            <a:pPr lvl="1"/>
            <a:r>
              <a:rPr lang="fr-FR" dirty="0" smtClean="0"/>
              <a:t>Année | UF | NB de Journées d’hospitalisation (JH)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89511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Table finale</a:t>
            </a:r>
            <a:endParaRPr lang="fr-FR" dirty="0"/>
          </a:p>
        </p:txBody>
      </p:sp>
      <p:pic>
        <p:nvPicPr>
          <p:cNvPr id="14" name="Image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40868"/>
            <a:ext cx="108204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863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4223" y="1820599"/>
            <a:ext cx="7600878" cy="5037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116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00" y="301531"/>
            <a:ext cx="7474344" cy="4054191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3804" y="1569918"/>
            <a:ext cx="9336657" cy="4812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161858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1030</TotalTime>
  <Words>92</Words>
  <Application>Microsoft Office PowerPoint</Application>
  <PresentationFormat>Grand écran</PresentationFormat>
  <Paragraphs>11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Thème Office</vt:lpstr>
      <vt:lpstr>Reproduction de la méthodo SPARES: conso ATB</vt:lpstr>
      <vt:lpstr>Table finale</vt:lpstr>
      <vt:lpstr>Présentation PowerPoint</vt:lpstr>
      <vt:lpstr>Présentation PowerPoint</vt:lpstr>
    </vt:vector>
  </TitlesOfParts>
  <Company>CHU de Rouen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Reproduction de la méthodo SPARES: conso ATB</dc:title>
  <dc:creator>DALIGAULT, Melanie</dc:creator>
  <cp:lastModifiedBy>DALIGAULT, Melanie</cp:lastModifiedBy>
  <cp:revision>7</cp:revision>
  <dcterms:created xsi:type="dcterms:W3CDTF">2025-11-20T17:44:31Z</dcterms:created>
  <dcterms:modified xsi:type="dcterms:W3CDTF">2025-11-21T10:55:03Z</dcterms:modified>
</cp:coreProperties>
</file>
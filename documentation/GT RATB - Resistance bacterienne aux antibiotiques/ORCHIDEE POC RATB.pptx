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C5A1-9CB2-40BB-B4FB-559CB4B9B0C0}" type="datetimeFigureOut">
              <a:rPr lang="fr-FR" smtClean="0"/>
              <a:t>07/10/2024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C7DA-AEB9-42AD-A3E9-E3F65B219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94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C5A1-9CB2-40BB-B4FB-559CB4B9B0C0}" type="datetimeFigureOut">
              <a:rPr lang="fr-FR" smtClean="0"/>
              <a:t>07/10/2024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C7DA-AEB9-42AD-A3E9-E3F65B219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32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C5A1-9CB2-40BB-B4FB-559CB4B9B0C0}" type="datetimeFigureOut">
              <a:rPr lang="fr-FR" smtClean="0"/>
              <a:t>07/10/2024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C7DA-AEB9-42AD-A3E9-E3F65B219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8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C5A1-9CB2-40BB-B4FB-559CB4B9B0C0}" type="datetimeFigureOut">
              <a:rPr lang="fr-FR" smtClean="0"/>
              <a:t>07/10/2024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C7DA-AEB9-42AD-A3E9-E3F65B219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8620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C5A1-9CB2-40BB-B4FB-559CB4B9B0C0}" type="datetimeFigureOut">
              <a:rPr lang="fr-FR" smtClean="0"/>
              <a:t>07/10/2024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C7DA-AEB9-42AD-A3E9-E3F65B219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03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C5A1-9CB2-40BB-B4FB-559CB4B9B0C0}" type="datetimeFigureOut">
              <a:rPr lang="fr-FR" smtClean="0"/>
              <a:t>07/10/2024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C7DA-AEB9-42AD-A3E9-E3F65B219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6393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C5A1-9CB2-40BB-B4FB-559CB4B9B0C0}" type="datetimeFigureOut">
              <a:rPr lang="fr-FR" smtClean="0"/>
              <a:t>07/10/2024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C7DA-AEB9-42AD-A3E9-E3F65B219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40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C5A1-9CB2-40BB-B4FB-559CB4B9B0C0}" type="datetimeFigureOut">
              <a:rPr lang="fr-FR" smtClean="0"/>
              <a:t>07/10/2024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C7DA-AEB9-42AD-A3E9-E3F65B219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738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C5A1-9CB2-40BB-B4FB-559CB4B9B0C0}" type="datetimeFigureOut">
              <a:rPr lang="fr-FR" smtClean="0"/>
              <a:t>07/10/2024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C7DA-AEB9-42AD-A3E9-E3F65B219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8847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C5A1-9CB2-40BB-B4FB-559CB4B9B0C0}" type="datetimeFigureOut">
              <a:rPr lang="fr-FR" smtClean="0"/>
              <a:t>07/10/2024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C7DA-AEB9-42AD-A3E9-E3F65B219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6945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C5A1-9CB2-40BB-B4FB-559CB4B9B0C0}" type="datetimeFigureOut">
              <a:rPr lang="fr-FR" smtClean="0"/>
              <a:t>07/10/2024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C7DA-AEB9-42AD-A3E9-E3F65B219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4488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6C5A1-9CB2-40BB-B4FB-559CB4B9B0C0}" type="datetimeFigureOut">
              <a:rPr lang="fr-FR" smtClean="0"/>
              <a:t>07/10/2024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6C7DA-AEB9-42AD-A3E9-E3F65B219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869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20" y="1012660"/>
            <a:ext cx="10336067" cy="152421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46" y="2536873"/>
            <a:ext cx="10326541" cy="72400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20" y="3419528"/>
            <a:ext cx="6992326" cy="171473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085" y="5292921"/>
            <a:ext cx="7001852" cy="1438476"/>
          </a:xfrm>
          <a:prstGeom prst="rect">
            <a:avLst/>
          </a:prstGeom>
        </p:spPr>
      </p:pic>
      <p:sp>
        <p:nvSpPr>
          <p:cNvPr id="9" name="Flèche droite 8"/>
          <p:cNvSpPr/>
          <p:nvPr/>
        </p:nvSpPr>
        <p:spPr>
          <a:xfrm>
            <a:off x="234259" y="5432366"/>
            <a:ext cx="473826" cy="251876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73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96" y="1921640"/>
            <a:ext cx="10193173" cy="225774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036" y="4179380"/>
            <a:ext cx="10174120" cy="210531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70" y="464112"/>
            <a:ext cx="10202699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6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86" y="1005718"/>
            <a:ext cx="9878347" cy="462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772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873" y="260255"/>
            <a:ext cx="5402411" cy="632142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46" y="968580"/>
            <a:ext cx="5609525" cy="156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92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297" y="225306"/>
            <a:ext cx="5877745" cy="325800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39" y="266564"/>
            <a:ext cx="5262992" cy="643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738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279" y="74815"/>
            <a:ext cx="4516460" cy="672182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53" y="864524"/>
            <a:ext cx="4547381" cy="4006026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91442" y="5744095"/>
            <a:ext cx="6389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https://www.ecdc.europa.eu/sites/default/files/documents/ears-net-reporting-protocol-2021.pdf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17026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</Words>
  <Application>Microsoft Office PowerPoint</Application>
  <PresentationFormat>Grand écran</PresentationFormat>
  <Paragraphs>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CHU de Rouen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CATHERINE, Solenn</dc:creator>
  <cp:lastModifiedBy>CATHERINE, Solenn</cp:lastModifiedBy>
  <cp:revision>8</cp:revision>
  <dcterms:created xsi:type="dcterms:W3CDTF">2024-10-07T08:05:53Z</dcterms:created>
  <dcterms:modified xsi:type="dcterms:W3CDTF">2024-10-07T09:09:55Z</dcterms:modified>
</cp:coreProperties>
</file>